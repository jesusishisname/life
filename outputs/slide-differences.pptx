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01-to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02-to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03-to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04-to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05-to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06-to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07-to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08-to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09-to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10-to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11-to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12-to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13-to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14-to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15-to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16-to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17-to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18-to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19-to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20-to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21-to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22-to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23-to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24-to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25-to-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26-to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27-to-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28-to-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29-to-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30-to-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31-to-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32-to-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33-to-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34-to-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35-to-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36-to-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37-to-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38-to-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39-to-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40-to-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41-to-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fference-042-to-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